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41D574-7E0A-4190-BE1C-20E8BE49E7F0}" v="7" dt="2025-12-22T04:00:58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ESPIN" userId="6ae16fb5f053c711" providerId="LiveId" clId="{6271A586-1F7A-4D26-8FDB-012736EADF99}"/>
    <pc:docChg chg="custSel modSld">
      <pc:chgData name="DAVID ESPIN" userId="6ae16fb5f053c711" providerId="LiveId" clId="{6271A586-1F7A-4D26-8FDB-012736EADF99}" dt="2025-12-22T04:01:18.563" v="73" actId="20577"/>
      <pc:docMkLst>
        <pc:docMk/>
      </pc:docMkLst>
      <pc:sldChg chg="addSp delSp modSp mod">
        <pc:chgData name="DAVID ESPIN" userId="6ae16fb5f053c711" providerId="LiveId" clId="{6271A586-1F7A-4D26-8FDB-012736EADF99}" dt="2025-12-22T04:01:18.563" v="73" actId="20577"/>
        <pc:sldMkLst>
          <pc:docMk/>
          <pc:sldMk cId="0" sldId="256"/>
        </pc:sldMkLst>
        <pc:spChg chg="del">
          <ac:chgData name="DAVID ESPIN" userId="6ae16fb5f053c711" providerId="LiveId" clId="{6271A586-1F7A-4D26-8FDB-012736EADF99}" dt="2025-12-22T03:58:54.276" v="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DAVID ESPIN" userId="6ae16fb5f053c711" providerId="LiveId" clId="{6271A586-1F7A-4D26-8FDB-012736EADF99}" dt="2025-12-22T04:00:23.496" v="48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DAVID ESPIN" userId="6ae16fb5f053c711" providerId="LiveId" clId="{6271A586-1F7A-4D26-8FDB-012736EADF99}" dt="2025-12-22T03:59:47.390" v="1" actId="478"/>
          <ac:spMkLst>
            <pc:docMk/>
            <pc:sldMk cId="0" sldId="256"/>
            <ac:spMk id="5" creationId="{32AE44B2-557C-699D-A4AB-FF022262FEEE}"/>
          </ac:spMkLst>
        </pc:spChg>
        <pc:spChg chg="add mod">
          <ac:chgData name="DAVID ESPIN" userId="6ae16fb5f053c711" providerId="LiveId" clId="{6271A586-1F7A-4D26-8FDB-012736EADF99}" dt="2025-12-22T03:59:49.019" v="3" actId="27636"/>
          <ac:spMkLst>
            <pc:docMk/>
            <pc:sldMk cId="0" sldId="256"/>
            <ac:spMk id="6" creationId="{00F5783B-01F7-C31F-08C5-E693B6CB46EC}"/>
          </ac:spMkLst>
        </pc:spChg>
        <pc:spChg chg="add mod">
          <ac:chgData name="DAVID ESPIN" userId="6ae16fb5f053c711" providerId="LiveId" clId="{6271A586-1F7A-4D26-8FDB-012736EADF99}" dt="2025-12-22T04:01:18.563" v="73" actId="20577"/>
          <ac:spMkLst>
            <pc:docMk/>
            <pc:sldMk cId="0" sldId="256"/>
            <ac:spMk id="7" creationId="{308FB5D8-DB68-497E-B004-58FB1B3ACA30}"/>
          </ac:spMkLst>
        </pc:spChg>
        <pc:spChg chg="add del mod">
          <ac:chgData name="DAVID ESPIN" userId="6ae16fb5f053c711" providerId="LiveId" clId="{6271A586-1F7A-4D26-8FDB-012736EADF99}" dt="2025-12-22T04:00:25.935" v="49" actId="478"/>
          <ac:spMkLst>
            <pc:docMk/>
            <pc:sldMk cId="0" sldId="256"/>
            <ac:spMk id="9" creationId="{6C9845A9-28D5-16C7-75EC-7DB52B5E8D8A}"/>
          </ac:spMkLst>
        </pc:spChg>
        <pc:picChg chg="add mod">
          <ac:chgData name="DAVID ESPIN" userId="6ae16fb5f053c711" providerId="LiveId" clId="{6271A586-1F7A-4D26-8FDB-012736EADF99}" dt="2025-12-22T04:00:29.630" v="50" actId="1076"/>
          <ac:picMkLst>
            <pc:docMk/>
            <pc:sldMk cId="0" sldId="256"/>
            <ac:picMk id="1025" creationId="{A2D04F44-2516-C458-EA9F-B34572435F9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0F5783B-01F7-C31F-08C5-E693B6CB4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Imagen 1" descr="UIDE | Powered by ASU – Powered by ASU">
            <a:extLst>
              <a:ext uri="{FF2B5EF4-FFF2-40B4-BE49-F238E27FC236}">
                <a16:creationId xmlns:a16="http://schemas.microsoft.com/office/drawing/2014/main" id="{A2D04F44-2516-C458-EA9F-B34572435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69" b="21649"/>
          <a:stretch>
            <a:fillRect/>
          </a:stretch>
        </p:blipFill>
        <p:spPr bwMode="auto">
          <a:xfrm>
            <a:off x="3749675" y="0"/>
            <a:ext cx="5394325" cy="227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308FB5D8-DB68-497E-B004-58FB1B3AC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759" y="-1034998"/>
            <a:ext cx="6126485" cy="75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C" altLang="en-US" sz="22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C" altLang="en-US" sz="22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C" altLang="en-US" sz="22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C" altLang="en-US" sz="22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C" altLang="en-US" sz="22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Nombre del estudiante: 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David Alejandro Espín Estévez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Materia: 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LOGICA DE PROGRAMACION 1-CIB-1B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C" altLang="en-US" sz="22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Título de la tarea: 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“Programación: Adivina el número versión 2.0"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C" altLang="en-US" sz="22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Fecha de entrega: 21/Diciembre/2025</a:t>
            </a:r>
            <a:endParaRPr kumimoji="0" lang="es-EC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Generar un número secreto</a:t>
            </a:r>
          </a:p>
          <a:p>
            <a:r>
              <a:t>• Pedir intentos al usuario</a:t>
            </a:r>
          </a:p>
          <a:p>
            <a:r>
              <a:t>• Comparar valores</a:t>
            </a:r>
          </a:p>
          <a:p>
            <a:r>
              <a:t>• Dar pistas hasta acertar</a:t>
            </a:r>
          </a:p>
          <a:p>
            <a:endParaRPr/>
          </a:p>
          <a:p>
            <a:r>
              <a:t>Ejemplo: El usuario debe adivinar un número entre 1 y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Generación y entrada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Función generar_secreto(limite):</a:t>
            </a:r>
          </a:p>
          <a:p>
            <a:r>
              <a:t>- Usa random.randint()</a:t>
            </a:r>
          </a:p>
          <a:p>
            <a:endParaRPr/>
          </a:p>
          <a:p>
            <a:r>
              <a:t>Función leer_entero():</a:t>
            </a:r>
          </a:p>
          <a:p>
            <a:r>
              <a:t>- Valida que el usuario ingrese números</a:t>
            </a:r>
          </a:p>
          <a:p>
            <a:r>
              <a:t>- Evita errores por letras u otros símbolos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de funciones y estructuras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Funciones usadas:</a:t>
            </a:r>
          </a:p>
          <a:p>
            <a:r>
              <a:t>- generar_secreto()</a:t>
            </a:r>
          </a:p>
          <a:p>
            <a:r>
              <a:t>- leer_entero()</a:t>
            </a:r>
          </a:p>
          <a:p>
            <a:r>
              <a:t>- obtener_pista()</a:t>
            </a:r>
          </a:p>
          <a:p>
            <a:endParaRPr/>
          </a:p>
          <a:p>
            <a:r>
              <a:t>Estructura de datos:</a:t>
            </a:r>
          </a:p>
          <a:p>
            <a:r>
              <a:t>- Diccionario de pistas (mayor / menor)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Bucles, condicionales y contadores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Bucle while:</a:t>
            </a:r>
          </a:p>
          <a:p>
            <a:r>
              <a:t>- Repite hasta adivinar</a:t>
            </a:r>
          </a:p>
          <a:p>
            <a:endParaRPr/>
          </a:p>
          <a:p>
            <a:r>
              <a:t>Condicionales if:</a:t>
            </a:r>
          </a:p>
          <a:p>
            <a:r>
              <a:t>- Validan rango</a:t>
            </a:r>
          </a:p>
          <a:p>
            <a:r>
              <a:t>- Comparan intento vs secreto</a:t>
            </a:r>
          </a:p>
          <a:p>
            <a:endParaRPr/>
          </a:p>
          <a:p>
            <a:r>
              <a:t>Contador: intentos</a:t>
            </a:r>
          </a:p>
          <a:p>
            <a:r>
              <a:t>Acumulador: suma_intentos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Cuando el usuario acierta:</a:t>
            </a:r>
          </a:p>
          <a:p>
            <a:r>
              <a:t>- El bucle termina</a:t>
            </a:r>
          </a:p>
          <a:p>
            <a:r>
              <a:t>- Se muestran los intentos</a:t>
            </a:r>
          </a:p>
          <a:p>
            <a:endParaRPr/>
          </a:p>
          <a:p>
            <a:r>
              <a:t>Ejemplo de salida:</a:t>
            </a:r>
          </a:p>
          <a:p>
            <a:r>
              <a:t>Mi número era 7</a:t>
            </a:r>
          </a:p>
          <a:p>
            <a:r>
              <a:t>Intentos: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</Words>
  <Application>Microsoft Office PowerPoint</Application>
  <PresentationFormat>Presentación en pantalla (4:3)</PresentationFormat>
  <Paragraphs>62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Presentación de PowerPoint</vt:lpstr>
      <vt:lpstr>Objetivo del programa</vt:lpstr>
      <vt:lpstr>Generación y entrada de datos</vt:lpstr>
      <vt:lpstr>Uso de funciones y estructuras</vt:lpstr>
      <vt:lpstr>Bucles, condicionales y contadores</vt:lpstr>
      <vt:lpstr>Resultado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ESPIN</cp:lastModifiedBy>
  <cp:revision>1</cp:revision>
  <dcterms:created xsi:type="dcterms:W3CDTF">2013-01-27T09:14:16Z</dcterms:created>
  <dcterms:modified xsi:type="dcterms:W3CDTF">2025-12-22T04:01:24Z</dcterms:modified>
  <cp:category/>
</cp:coreProperties>
</file>